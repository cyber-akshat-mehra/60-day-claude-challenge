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B4A9E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6C8AE4"/>
              </a:solidFill>
              <a:effectLst/>
            </c:spPr>
          </c:dPt>
          <c:dPt>
            <c:idx val="4"/>
            <c:bubble3D val="0"/>
            <c:spPr>
              <a:solidFill>
                <a:srgbClr val="B9C2E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Transport</c:v>
                </c:pt>
                <c:pt idx="2">
                  <c:v>Bills</c:v>
                </c:pt>
                <c:pt idx="3">
                  <c:v>Shopping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420</c:v>
                </c:pt>
                <c:pt idx="1">
                  <c:v>180</c:v>
                </c:pt>
                <c:pt idx="2">
                  <c:v>610</c:v>
                </c:pt>
                <c:pt idx="3">
                  <c:v>230</c:v>
                </c:pt>
                <c:pt idx="4">
                  <c:v>140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2023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PERSONAL FINANCE ANALYZER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money, without the spreadsheet.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•  10-Day 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track spending inconsistently, if at all — expenses live scattered across bank apps and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51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are all-or-nothing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apps are either a bare list of numbers with no insight, or demand live bank access many people don't want to grant.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4964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2651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feedback loop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1546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rarely get a clear, personal answer to "where did my money actually go this month?"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who want clarity on their own spending — no bank linking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Budgeters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who want to track and understand personal spending without connecting a live bank account.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2860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Young Professionals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people managing irregular income and expenses, looking for low-friction tracking.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2860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 Upgraders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already exports bank or card statements as CSV and wants smarter, faster insight than a spreadsheet gives them.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where anyone can add expenses manually or upload a simple CSV export, and let AI do the heavy lifting: automatic categorization, on-demand plain-language insights, and a chat assistant that answers real questions about their own spending — all backed by clean, visual charts.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94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upload expenses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categorizes automatically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insights &amp; ask questions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188720"/>
            <a:ext cx="4937760" cy="502920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9516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Month's Spending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95160" y="18745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995160" y="45720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23760" y="4709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"You spent 22% more on Bills this month, mostly due to a utilities increase."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CSV Entry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expenses by hand or bulk-import a bank statement export in one click.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Auto-Categorization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97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automatically sorted into a clear spending category.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AI Insights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697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spending summaries generated instantly, whenever you want them.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Chat Assistant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 questions about your own spending and get accurate, data-grounded answers.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Dashboard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120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breakdown pie chart and a spending trend chart, always up to date.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Personal Accounts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5120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email/password login keeps every user's data private and separate.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37160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web app with Recharts for visualizations — responsive across desktop and mobile browsers.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9572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957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backend-as-a-service (Supabase/Firebase) for the database and per-user data security.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19856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1985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419856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managed auth service handling signup, login, and password reset — no custom auth code.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4398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443984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4398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4443984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API, always called server-side, powering categorization, insights, and a data-grounded chat assistant.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468112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46811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546811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free-tier hosting (Vercel/Netlify) with environment-based secrets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v1.0 — planned for what comes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476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Bank Integrations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500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transaction import via aggregator APIs (e.g., Plaid-style connections).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94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476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Multi-Bank CSV Support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500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and parse varied statement formats from different banks.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47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Digests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502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 insight summaries delivered by email or push notification.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794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547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Budgets &amp; Goals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9502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limits, savings goals, and proactive overspending alerts.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148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Assistant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5504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Comparative, predictive, and general financial guidance in chat.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9834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5394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148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Mobile Apps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5504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iOS and Android experiences.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deserves a clear, honest picture of their own money — without giving up their bank credentials or drowning in spreadsheets. This project is a first step toward an AI financial companion that explains your spending in plain language and answers your questions as naturally as asking a friend.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10 days — AB Talks 60-Day Claude AI Challenge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2026-08-28T14:41:03Z</dcterms:created>
  <dcterms:modified xsi:type="dcterms:W3CDTF">2026-08-28T14:41:03Z</dcterms:modified>
</cp:coreProperties>
</file>